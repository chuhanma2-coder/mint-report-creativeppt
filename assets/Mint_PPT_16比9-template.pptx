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3b63fe3924f39" /><Relationship Type="http://schemas.openxmlformats.org/officeDocument/2006/relationships/extended-properties" Target="/docProps/app.xml" Id="Rf558c50b220d43bc" /><Relationship Type="http://schemas.openxmlformats.org/officeDocument/2006/relationships/officeDocument" Target="/ppt/presentation.xml" Id="R94efb79b1c7f41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0b242ec8144b8"/>
  </p:sldMasterIdLst>
  <p:notesMasterIdLst>
    <p:notesMasterId xmlns:r="http://schemas.openxmlformats.org/officeDocument/2006/relationships" r:id="R3e160c3978b54409"/>
  </p:notesMasterIdLst>
  <p:sldIdLst>
    <p:sldId xmlns:r="http://schemas.openxmlformats.org/officeDocument/2006/relationships" id="259" r:id="Rfb9b7fb8a1aa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81eff20f74420" /><Relationship Type="http://schemas.openxmlformats.org/officeDocument/2006/relationships/slideMaster" Target="/ppt/slideMasters/slideMaster1.xml" Id="R55d0b242ec8144b8" /><Relationship Type="http://schemas.openxmlformats.org/officeDocument/2006/relationships/notesMaster" Target="/ppt/notesMasters/notesMaster1.xml" Id="R3e160c3978b54409" /><Relationship Type="http://schemas.openxmlformats.org/officeDocument/2006/relationships/presProps" Target="/ppt/presProps.xml" Id="R2c22dd2ff2d74560" /><Relationship Type="http://schemas.openxmlformats.org/officeDocument/2006/relationships/tableStyles" Target="/ppt/tableStyles.xml" Id="R0185da58882e443d" /><Relationship Type="http://schemas.openxmlformats.org/officeDocument/2006/relationships/slide" Target="/ppt/slides/slide4.xml" Id="Rfb9b7fb8a1aa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c6b137d9c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Bank">
  <a:themeElements>
    <a:clrScheme name="Mint Financial Platform">
      <a:dk1>
        <a:srgbClr val="17201D"/>
      </a:dk1>
      <a:lt1>
        <a:srgbClr val="FFF8EA"/>
      </a:lt1>
      <a:dk2>
        <a:srgbClr val="52615B"/>
      </a:dk2>
      <a:lt2>
        <a:srgbClr val="EDF2EF"/>
      </a:lt2>
      <a:accent1>
        <a:srgbClr val="12695D"/>
      </a:accent1>
      <a:accent2>
        <a:srgbClr val="BD7227"/>
      </a:accent2>
      <a:accent3>
        <a:srgbClr val="2B6288"/>
      </a:accent3>
      <a:accent4>
        <a:srgbClr val="43B36D"/>
      </a:accent4>
      <a:accent5>
        <a:srgbClr val="12352E"/>
      </a:accent5>
      <a:accent6>
        <a:srgbClr val="9B2121"/>
      </a:accent6>
      <a:hlink>
        <a:srgbClr val="2B6288"/>
      </a:hlink>
      <a:folHlink>
        <a:srgbClr val="BD7227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Mint Financial Platfo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5239bf45e453b" /><Relationship Type="http://schemas.openxmlformats.org/officeDocument/2006/relationships/image" Target="/ppt/media/image.png" Id="R9cfe8e5e6e224529" /><Relationship Type="http://schemas.openxmlformats.org/officeDocument/2006/relationships/image" Target="/ppt/media/image2.png" Id="R69d21f42ffe04f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d1802a08947dc" /><Relationship Type="http://schemas.openxmlformats.org/officeDocument/2006/relationships/image" Target="/ppt/media/image2.png" Id="R7b45a5fbf37d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87757553a4719" /><Relationship Type="http://schemas.openxmlformats.org/officeDocument/2006/relationships/image" Target="/ppt/media/image2.png" Id="Rd1ae1864b2bc48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d31c0eabd4a4c" /><Relationship Type="http://schemas.openxmlformats.org/officeDocument/2006/relationships/image" Target="/ppt/media/image2.png" Id="Re9cbc0c5bd2145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e66b9c19a49a6" /><Relationship Type="http://schemas.openxmlformats.org/officeDocument/2006/relationships/image" Target="/ppt/media/image3.png" Id="R9d64a533a18045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ed677259847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f6272d1054a5e" /></Relationships>
</file>

<file path=ppt/slideLayouts/slideLayout1.xml><?xml version="1.0" encoding="utf-8"?>
<p:sldLayout xmlns:p="http://schemas.openxmlformats.org/presentationml/2006/main" type="blank" preserve="1">
  <p:cSld name="Mint｜封面与封底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4717C3B-FD2D-4470-A88A-FCFEB2D372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1863000"/>
            <a:ext cx="6535080" cy="236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buNone/>
              <a:defRPr sz="48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buNone/>
              <a:defRPr>
                <a:solidFill>
                  <a:srgbClr val="12695D"/>
                </a:solidFill>
              </a:defRPr>
            </a:pPr>
            <a:r>
              <a:rPr sz="48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点击修改标题 </a:t>
            </a:r>
            <a:r>
              <a:rPr sz="48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088697C-DE48-4AEA-8FBE-A45DB84CEFB0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4358160"/>
            <a:ext cx="6535080" cy="8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800" b="1" u="none">
                <a:solidFill>
                  <a:schemeClr val="accent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1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</p:txBody>
      </p:sp>
      <p:pic>
        <p:nvPicPr>
          <p:cNvPr id="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8e5e6e2245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21f42ffe04f81"/>
          <a:stretch xmlns:a="http://schemas.openxmlformats.org/drawingml/2006/main"/>
        </p:blipFill>
        <p:spPr>
          <a:xfrm xmlns:a="http://schemas.openxmlformats.org/drawingml/2006/main">
            <a:off x="775620" y="677520"/>
            <a:ext cx="1001880" cy="322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Mint｜标题与正文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D3AEAE4-F6F4-4386-BFD5-4304ECC17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F86DD36-4018-4C4D-83E8-723A40487523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1333440"/>
            <a:ext cx="11277360" cy="4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pic>
        <p:nvPicPr>
          <p:cNvPr id="1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5a5fbf37d40bb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9CFDBB7E-A172-46CF-93B3-E58A30B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3.xml><?xml version="1.0" encoding="utf-8"?>
<p:sldLayout xmlns:p="http://schemas.openxmlformats.org/presentationml/2006/main" type="blank" preserve="1">
  <p:cSld name="Mint｜两行标题与正文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672F0C3-C663-4719-B7E1-556AA65FD511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1638360"/>
            <a:ext cx="11277360" cy="453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10333CB-FD93-4745-B778-031DF80087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119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  <a:br>
              <a:rPr>
                <a:solidFill>
                  <a:srgbClr val="12695D"/>
                </a:solidFill>
              </a:rPr>
            </a:b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</a:p>
        </p:txBody>
      </p:sp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e1864b2bc4857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5FCC0F3B-81D6-4781-BC3E-FADF57D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4.xml><?xml version="1.0" encoding="utf-8"?>
<p:sldLayout xmlns:p="http://schemas.openxmlformats.org/presentationml/2006/main" type="blank" preserve="1">
  <p:cSld name="Mint｜双栏内容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F03417-87B5-4E47-B4CE-025EC4697232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1338840"/>
            <a:ext cx="4343040" cy="483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F6C5E5C-E352-457F-8B91-86256472750A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018040" y="1338840"/>
            <a:ext cx="6716520" cy="48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C0C7722-1A6F-45BE-AF54-903C070BF7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  <a:br>
              <a:rPr>
                <a:solidFill>
                  <a:srgbClr val="12695D"/>
                </a:solidFill>
              </a:rPr>
            </a:br>
          </a:p>
        </p:txBody>
      </p:sp>
      <p:pic>
        <p:nvPicPr>
          <p:cNvPr id="2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bc0c5bd2145e6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D3504EAB-1F68-44E0-ACC1-DDC5F8E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5.xml><?xml version="1.0" encoding="utf-8"?>
<p:sldLayout xmlns:p="http://schemas.openxmlformats.org/presentationml/2006/main" type="blank" preserve="1">
  <p:cSld name="Mint｜章节页">
    <p:bg>
      <p:bgPr>
        <a:solidFill xmlns:a="http://schemas.openxmlformats.org/drawingml/2006/main">
          <a:srgbClr val="123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AAAB68-A323-4E6B-B861-2338D7FAB1E2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sz="12000" b="0" u="none">
                <a:solidFill>
                  <a:schemeClr val="accent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00</a:t>
            </a: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43873D9-7A68-4D1E-BBEC-3015184F9F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637884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36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章节页标题</a:t>
            </a:r>
            <a:br>
              <a:rPr>
                <a:solidFill>
                  <a:srgbClr val="FFF8EA"/>
                </a:solidFill>
              </a:rPr>
            </a:br>
            <a:r>
              <a:rPr sz="3600" b="1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思源黑体 </a:t>
            </a:r>
            <a:r>
              <a:rPr sz="3600" b="1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Regular 36pt</a:t>
            </a:r>
            <a:br>
              <a:rPr>
                <a:solidFill>
                  <a:srgbClr val="FFF8EA"/>
                </a:solidFill>
              </a:rPr>
            </a:br>
          </a:p>
        </p:txBody>
      </p:sp>
      <p:sp>
        <p:nvSpPr>
          <p:cNvPr id="2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888691C-AA48-4500-A5E4-0E2A4AEC0FFC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817520" y="6400800"/>
            <a:ext cx="254592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sz="1000" b="0" u="none">
                <a:solidFill>
                  <a:schemeClr val="lt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000" b="0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标题：</a:t>
            </a:r>
          </a:p>
        </p:txBody>
      </p:sp>
      <p:pic>
        <p:nvPicPr>
          <p:cNvPr id="2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a533a18045c4"/>
          <a:stretch xmlns:a="http://schemas.openxmlformats.org/drawingml/2006/main"/>
        </p:blipFill>
        <p:spPr>
          <a:xfrm xmlns:a="http://schemas.openxmlformats.org/drawingml/2006/main">
            <a:off x="598375" y="6397560"/>
            <a:ext cx="475809" cy="153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Mint｜全幅图片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07329A-2D93-4481-8DAC-C4429AA6856D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indent="0" algn="ctr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indent="0" algn="ctr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3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点击插入图片</a:t>
            </a:r>
          </a:p>
          <a:p xmlns:a="http://schemas.openxmlformats.org/drawingml/2006/main"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5759E98-F45E-429C-A423-2F4308571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the title text format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Mint｜空白页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8461e9bb6432c" /><Relationship Type="http://schemas.openxmlformats.org/officeDocument/2006/relationships/slideLayout" Target="/ppt/slideLayouts/slideLayout1.xml" Id="R5a09ab4d43c34922" /><Relationship Type="http://schemas.openxmlformats.org/officeDocument/2006/relationships/slideLayout" Target="/ppt/slideLayouts/slideLayout2.xml" Id="R5b9b8200c8594485" /><Relationship Type="http://schemas.openxmlformats.org/officeDocument/2006/relationships/slideLayout" Target="/ppt/slideLayouts/slideLayout3.xml" Id="Rfd77ee780b4c4d84" /><Relationship Type="http://schemas.openxmlformats.org/officeDocument/2006/relationships/slideLayout" Target="/ppt/slideLayouts/slideLayout4.xml" Id="Raf35d2e0ba76478f" /><Relationship Type="http://schemas.openxmlformats.org/officeDocument/2006/relationships/slideLayout" Target="/ppt/slideLayouts/slideLayout5.xml" Id="R902e69c147764e12" /><Relationship Type="http://schemas.openxmlformats.org/officeDocument/2006/relationships/slideLayout" Target="/ppt/slideLayouts/slideLayout6.xml" Id="Rd1a8d32f69214d6c" /><Relationship Type="http://schemas.openxmlformats.org/officeDocument/2006/relationships/slideLayout" Target="/ppt/slideLayouts/slideLayout7.xml" Id="Rcac254636d0b4eb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9ab4d43c34922"/>
    <p:sldLayoutId xmlns:r="http://schemas.openxmlformats.org/officeDocument/2006/relationships" id="2147483650" r:id="R5b9b8200c8594485"/>
    <p:sldLayoutId xmlns:r="http://schemas.openxmlformats.org/officeDocument/2006/relationships" id="2147483651" r:id="Rfd77ee780b4c4d84"/>
    <p:sldLayoutId xmlns:r="http://schemas.openxmlformats.org/officeDocument/2006/relationships" id="2147483652" r:id="Raf35d2e0ba76478f"/>
    <p:sldLayoutId xmlns:r="http://schemas.openxmlformats.org/officeDocument/2006/relationships" id="2147483653" r:id="R902e69c147764e12"/>
    <p:sldLayoutId xmlns:r="http://schemas.openxmlformats.org/officeDocument/2006/relationships" id="2147483654" r:id="Rd1a8d32f69214d6c"/>
    <p:sldLayoutId xmlns:r="http://schemas.openxmlformats.org/officeDocument/2006/relationships" id="2147483655" r:id="Rcac254636d0b4eb3"/>
  </p:sldLayoutIdLst>
</p:sldMaster>
</file>

<file path=ppt/slideMasters/theme/theme2.xml><?xml version="1.0" encoding="utf-8"?>
<a:theme xmlns:a="http://schemas.openxmlformats.org/drawingml/2006/main" name="WeBank">
  <a:themeElements>
    <a:clrScheme name="WeBank666">
      <a:dk1>
        <a:srgbClr val="1E53A4"/>
      </a:dk1>
      <a:lt1>
        <a:srgbClr val="FFFFFF"/>
      </a:lt1>
      <a:dk2>
        <a:srgbClr val="000000"/>
      </a:dk2>
      <a:lt2>
        <a:srgbClr val="E7E6E6"/>
      </a:lt2>
      <a:accent1>
        <a:srgbClr val="D80C18"/>
      </a:accent1>
      <a:accent2>
        <a:srgbClr val="FF5582"/>
      </a:accent2>
      <a:accent3>
        <a:srgbClr val="64CDFF"/>
      </a:accent3>
      <a:accent4>
        <a:srgbClr val="002882"/>
      </a:accent4>
      <a:accent5>
        <a:srgbClr val="EAEAEA"/>
      </a:accent5>
      <a:accent6>
        <a:srgbClr val="D5D5D5"/>
      </a:accent6>
      <a:hlink>
        <a:srgbClr val="1E53A3"/>
      </a:hlink>
      <a:folHlink>
        <a:srgbClr val="D80C18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WeBank66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ff6c9bb57456b" 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4F3E70D-A572-4DE4-8FDC-4AB3E9FB01A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46400" y="1338840"/>
            <a:ext cx="11288160" cy="463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4572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9144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914400" indent="0" algn="l" defTabSz="914400">
              <a:lnSpc>
                <a:spcPct val="100000"/>
              </a:lnSpc>
              <a:buNone/>
            </a:pPr>
            <a:r>
              <a:t/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4572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9144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D69D8DB-1C06-4236-9F42-B95C1A667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52" name="Mint page marker line">
            <a:extLst xmlns:a="http://schemas.openxmlformats.org/drawingml/2006/main">
              <a:ext uri="{FF2B5EF4-FFF2-40B4-BE49-F238E27FC236}">
                <a16:creationId xmlns:a16="http://schemas.microsoft.com/office/drawing/2014/main" id="{AC145AED-EC45-4126-8F2A-50733CF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int automatic page number">
            <a:extLst xmlns:a="http://schemas.openxmlformats.org/drawingml/2006/main">
              <a:ext uri="{FF2B5EF4-FFF2-40B4-BE49-F238E27FC236}">
                <a16:creationId xmlns:a16="http://schemas.microsoft.com/office/drawing/2014/main" id="{CD964864-1472-4911-AFBF-85E43341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fld id="{6F312AFB-B202-4ED7-8496-47B56973E7D4}" type="slidenum">
              <a:rPr sz="975" b="1">
                <a:solidFill>
                  <a:srgbClr val="12695D"/>
                </a:solidFill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058905567"/>
      </p:ext>
    </p:extLst>
  </p:cSld>
</p:sld>
</file>

<file path=ppt/theme/theme1.xml><?xml version="1.0" encoding="utf-8"?>
<a:theme xmlns:a="http://schemas.openxmlformats.org/drawingml/2006/main" name="WeBank">
  <a:themeElements>
    <a:clrScheme name="Mint Financial Platform">
      <a:dk1>
        <a:srgbClr val="17201D"/>
      </a:dk1>
      <a:lt1>
        <a:srgbClr val="FFF8EA"/>
      </a:lt1>
      <a:dk2>
        <a:srgbClr val="52615B"/>
      </a:dk2>
      <a:lt2>
        <a:srgbClr val="EDF2EF"/>
      </a:lt2>
      <a:accent1>
        <a:srgbClr val="12695D"/>
      </a:accent1>
      <a:accent2>
        <a:srgbClr val="BD7227"/>
      </a:accent2>
      <a:accent3>
        <a:srgbClr val="2B6288"/>
      </a:accent3>
      <a:accent4>
        <a:srgbClr val="43B36D"/>
      </a:accent4>
      <a:accent5>
        <a:srgbClr val="12352E"/>
      </a:accent5>
      <a:accent6>
        <a:srgbClr val="9B2121"/>
      </a:accent6>
      <a:hlink>
        <a:srgbClr val="2B6288"/>
      </a:hlink>
      <a:folHlink>
        <a:srgbClr val="BD7227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Mint Financial Platfo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2026-08-04T09:28:47.9700000Z</dcterms:created>
  <dcterms:modified xsi:type="dcterms:W3CDTF">2026-08-04T09:28:47.9700000Z</dcterms:modified>
</coreProperties>
</file>