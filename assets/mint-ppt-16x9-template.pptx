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4.xml" ContentType="application/vnd.openxmlformats-officedocument.presentationml.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703b63fe3924f39" /><Relationship Type="http://schemas.openxmlformats.org/officeDocument/2006/relationships/extended-properties" Target="/docProps/app.xml" Id="Rf558c50b220d43bc" /><Relationship Type="http://schemas.openxmlformats.org/officeDocument/2006/relationships/officeDocument" Target="/ppt/presentation.xml" Id="R94efb79b1c7f418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5d0b242ec8144b8"/>
  </p:sldMasterIdLst>
  <p:notesMasterIdLst>
    <p:notesMasterId xmlns:r="http://schemas.openxmlformats.org/officeDocument/2006/relationships" r:id="R3e160c3978b54409"/>
  </p:notesMasterIdLst>
  <p:sldIdLst>
    <p:sldId xmlns:r="http://schemas.openxmlformats.org/officeDocument/2006/relationships" id="259" r:id="Rfb9b7fb8a1aa4fa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da81eff20f74420" /><Relationship Type="http://schemas.openxmlformats.org/officeDocument/2006/relationships/slideMaster" Target="/ppt/slideMasters/slideMaster1.xml" Id="R55d0b242ec8144b8" /><Relationship Type="http://schemas.openxmlformats.org/officeDocument/2006/relationships/notesMaster" Target="/ppt/notesMasters/notesMaster1.xml" Id="R3e160c3978b54409" /><Relationship Type="http://schemas.openxmlformats.org/officeDocument/2006/relationships/presProps" Target="/ppt/presProps.xml" Id="R2c22dd2ff2d74560" /><Relationship Type="http://schemas.openxmlformats.org/officeDocument/2006/relationships/tableStyles" Target="/ppt/tableStyles.xml" Id="R0185da58882e443d" /><Relationship Type="http://schemas.openxmlformats.org/officeDocument/2006/relationships/slide" Target="/ppt/slides/slide4.xml" Id="Rfb9b7fb8a1aa4fa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32c6b137d9c4aa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WeBank">
  <a:themeElements>
    <a:clrScheme name="Mint Financial Platform">
      <a:dk1>
        <a:srgbClr val="17201D"/>
      </a:dk1>
      <a:lt1>
        <a:srgbClr val="FFF8EA"/>
      </a:lt1>
      <a:dk2>
        <a:srgbClr val="52615B"/>
      </a:dk2>
      <a:lt2>
        <a:srgbClr val="EDF2EF"/>
      </a:lt2>
      <a:accent1>
        <a:srgbClr val="12695D"/>
      </a:accent1>
      <a:accent2>
        <a:srgbClr val="BD7227"/>
      </a:accent2>
      <a:accent3>
        <a:srgbClr val="2B6288"/>
      </a:accent3>
      <a:accent4>
        <a:srgbClr val="43B36D"/>
      </a:accent4>
      <a:accent5>
        <a:srgbClr val="12352E"/>
      </a:accent5>
      <a:accent6>
        <a:srgbClr val="9B2121"/>
      </a:accent6>
      <a:hlink>
        <a:srgbClr val="2B6288"/>
      </a:hlink>
      <a:folHlink>
        <a:srgbClr val="BD7227"/>
      </a:folHlink>
    </a:clrScheme>
    <a:fontScheme name="Custom 10">
      <a:majorFont>
        <a:latin typeface="思源黑体 CN Regular"/>
        <a:ea typeface="思源黑体 CN Regular"/>
        <a:cs typeface=""/>
      </a:majorFont>
      <a:minorFont>
        <a:latin typeface="思源黑体 CN Regular"/>
        <a:ea typeface="思源黑体 CN Regular"/>
        <a:cs typeface=""/>
      </a:minorFont>
    </a:fontScheme>
    <a:fmtScheme name="Mint Financial Platform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</a:schemeClr>
            </a:gs>
            <a:gs pos="50000">
              <a:schemeClr val="phClr">
                <a:tint val="73000"/>
                <a:lumMod val="105000"/>
              </a:schemeClr>
            </a:gs>
            <a:gs pos="100000">
              <a:schemeClr val="phClr">
                <a:tint val="81000"/>
                <a:lumMod val="105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4000"/>
                <a:lumMod val="102000"/>
              </a:schemeClr>
            </a:gs>
            <a:gs pos="50000">
              <a:schemeClr val="phClr">
                <a:shade val="100000"/>
                <a:lumMod val="100000"/>
              </a:schemeClr>
            </a:gs>
            <a:gs pos="100000">
              <a:schemeClr val="phClr">
                <a:shade val="78000"/>
                <a:lumMod val="99000"/>
              </a:schemeClr>
            </a:gs>
          </a:gsLst>
          <a:lin ang="5400000" scaled="0"/>
          <a:tileRect l="0" t="0" r="0" b="0"/>
        </a:gradFill>
      </a:fillStyleLst>
      <a:lnStyleLst>
        <a:ln w="6350">
          <a:prstDash val="solid"/>
        </a:ln>
        <a:ln w="12700">
          <a:prstDash val="solid"/>
        </a:ln>
        <a:ln w="1905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b55239bf45e453b" /><Relationship Type="http://schemas.openxmlformats.org/officeDocument/2006/relationships/image" Target="/ppt/media/image.png" Id="R9cfe8e5e6e224529" /><Relationship Type="http://schemas.openxmlformats.org/officeDocument/2006/relationships/image" Target="/ppt/media/image2.png" Id="R69d21f42ffe04f81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f2d1802a08947dc" /><Relationship Type="http://schemas.openxmlformats.org/officeDocument/2006/relationships/image" Target="/ppt/media/image2.png" Id="R7b45a5fbf37d40bb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ee87757553a4719" /><Relationship Type="http://schemas.openxmlformats.org/officeDocument/2006/relationships/image" Target="/ppt/media/image2.png" Id="Rd1ae1864b2bc4857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b7d31c0eabd4a4c" /><Relationship Type="http://schemas.openxmlformats.org/officeDocument/2006/relationships/image" Target="/ppt/media/image2.png" Id="Re9cbc0c5bd2145e6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44e66b9c19a49a6" /><Relationship Type="http://schemas.openxmlformats.org/officeDocument/2006/relationships/image" Target="/ppt/media/image3.png" Id="R9d64a533a18045c4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6aed67725984726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8bf6272d1054a5e" /></Relationships>
</file>

<file path=ppt/slideLayouts/slideLayout1.xml><?xml version="1.0" encoding="utf-8"?>
<p:sldLayout xmlns:p="http://schemas.openxmlformats.org/presentationml/2006/main" type="blank" preserve="1">
  <p:cSld name="Mint｜封面与封底">
    <p:bg>
      <p:bgPr>
        <a:solidFill xmlns:a="http://schemas.openxmlformats.org/drawingml/2006/main">
          <a:srgbClr val="FB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图片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cfe8e5e6e224529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pic>
      <p:pic>
        <p:nvPicPr>
          <p:cNvPr id="9" name="图片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9d21f42ffe04f81"/>
          <a:stretch xmlns:a="http://schemas.openxmlformats.org/drawingml/2006/main"/>
        </p:blipFill>
        <p:spPr>
          <a:xfrm xmlns:a="http://schemas.openxmlformats.org/drawingml/2006/main">
            <a:off x="775620" y="677520"/>
            <a:ext cx="1001880" cy="32292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pic>
    </p:spTree>
  </p:cSld>
</p:sldLayout>
</file>

<file path=ppt/slideLayouts/slideLayout2.xml><?xml version="1.0" encoding="utf-8"?>
<p:sldLayout xmlns:p="http://schemas.openxmlformats.org/presentationml/2006/main" type="blank" preserve="1">
  <p:cSld name="Mint｜标题与正文">
    <p:bg>
      <p:bgPr>
        <a:solidFill xmlns:a="http://schemas.openxmlformats.org/drawingml/2006/main">
          <a:srgbClr val="FB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2" name="图片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b45a5fbf37d40bb"/>
          <a:stretch xmlns:a="http://schemas.openxmlformats.org/drawingml/2006/main"/>
        </p:blipFill>
        <p:spPr>
          <a:xfrm xmlns:a="http://schemas.openxmlformats.org/drawingml/2006/main">
            <a:off x="607468" y="6399720"/>
            <a:ext cx="470225" cy="15156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pic>
      <p:sp>
        <p:nvSpPr>
          <p:cNvPr id="13" name="Mint title divider">
            <a:extLst xmlns:a="http://schemas.openxmlformats.org/drawingml/2006/main">
              <a:ext uri="{FF2B5EF4-FFF2-40B4-BE49-F238E27FC236}">
                <a16:creationId xmlns:a16="http://schemas.microsoft.com/office/drawing/2014/main" id="{9CFDBB7E-A172-46CF-93B3-E58A30B64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14425"/>
            <a:ext cx="11277600" cy="381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BD7227"/>
              </a:gs>
              <a:gs pos="10999">
                <a:srgbClr val="BD7227"/>
              </a:gs>
              <a:gs pos="11000">
                <a:srgbClr val="12695D"/>
              </a:gs>
              <a:gs pos="100000">
                <a:srgbClr val="12695D"/>
              </a:gs>
            </a:gsLst>
            <a:lin ang="0"/>
          </a:gradFill>
          <a:ln xmlns:a="http://schemas.openxmlformats.org/drawingml/2006/main" w="0">
            <a:noFill/>
            <a:prstDash val="solid"/>
          </a:ln>
        </p:spPr>
      </p:sp>
    </p:spTree>
  </p:cSld>
</p:sldLayout>
</file>

<file path=ppt/slideLayouts/slideLayout3.xml><?xml version="1.0" encoding="utf-8"?>
<p:sldLayout xmlns:p="http://schemas.openxmlformats.org/presentationml/2006/main" type="blank" preserve="1">
  <p:cSld name="Mint｜两行标题与正文">
    <p:bg>
      <p:bgPr>
        <a:solidFill xmlns:a="http://schemas.openxmlformats.org/drawingml/2006/main">
          <a:srgbClr val="FB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6" name="图片 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1ae1864b2bc4857"/>
          <a:stretch xmlns:a="http://schemas.openxmlformats.org/drawingml/2006/main"/>
        </p:blipFill>
        <p:spPr>
          <a:xfrm xmlns:a="http://schemas.openxmlformats.org/drawingml/2006/main">
            <a:off x="607468" y="6399720"/>
            <a:ext cx="470225" cy="15156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pic>
      <p:sp>
        <p:nvSpPr>
          <p:cNvPr id="17" name="Mint title divider">
            <a:extLst xmlns:a="http://schemas.openxmlformats.org/drawingml/2006/main">
              <a:ext uri="{FF2B5EF4-FFF2-40B4-BE49-F238E27FC236}">
                <a16:creationId xmlns:a16="http://schemas.microsoft.com/office/drawing/2014/main" id="{5FCC0F3B-81D6-4781-BC3E-FADF57D07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62100"/>
            <a:ext cx="11277600" cy="381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BD7227"/>
              </a:gs>
              <a:gs pos="10999">
                <a:srgbClr val="BD7227"/>
              </a:gs>
              <a:gs pos="11000">
                <a:srgbClr val="12695D"/>
              </a:gs>
              <a:gs pos="100000">
                <a:srgbClr val="12695D"/>
              </a:gs>
            </a:gsLst>
            <a:lin ang="0"/>
          </a:gradFill>
          <a:ln xmlns:a="http://schemas.openxmlformats.org/drawingml/2006/main" w="0">
            <a:noFill/>
            <a:prstDash val="solid"/>
          </a:ln>
        </p:spPr>
      </p:sp>
    </p:spTree>
  </p:cSld>
</p:sldLayout>
</file>

<file path=ppt/slideLayouts/slideLayout4.xml><?xml version="1.0" encoding="utf-8"?>
<p:sldLayout xmlns:p="http://schemas.openxmlformats.org/presentationml/2006/main" type="blank" preserve="1">
  <p:cSld name="Mint｜双栏内容">
    <p:bg>
      <p:bgPr>
        <a:solidFill xmlns:a="http://schemas.openxmlformats.org/drawingml/2006/main">
          <a:srgbClr val="FB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2" name="图片 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9cbc0c5bd2145e6"/>
          <a:stretch xmlns:a="http://schemas.openxmlformats.org/drawingml/2006/main"/>
        </p:blipFill>
        <p:spPr>
          <a:xfrm xmlns:a="http://schemas.openxmlformats.org/drawingml/2006/main">
            <a:off x="607468" y="6399720"/>
            <a:ext cx="470225" cy="15156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pic>
      <p:sp>
        <p:nvSpPr>
          <p:cNvPr id="23" name="Mint title divider">
            <a:extLst xmlns:a="http://schemas.openxmlformats.org/drawingml/2006/main">
              <a:ext uri="{FF2B5EF4-FFF2-40B4-BE49-F238E27FC236}">
                <a16:creationId xmlns:a16="http://schemas.microsoft.com/office/drawing/2014/main" id="{D3504EAB-1F68-44E0-ACC1-DDC5F8E93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14425"/>
            <a:ext cx="11277600" cy="381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BD7227"/>
              </a:gs>
              <a:gs pos="10999">
                <a:srgbClr val="BD7227"/>
              </a:gs>
              <a:gs pos="11000">
                <a:srgbClr val="12695D"/>
              </a:gs>
              <a:gs pos="100000">
                <a:srgbClr val="12695D"/>
              </a:gs>
            </a:gsLst>
            <a:lin ang="0"/>
          </a:gradFill>
          <a:ln xmlns:a="http://schemas.openxmlformats.org/drawingml/2006/main" w="0">
            <a:noFill/>
            <a:prstDash val="solid"/>
          </a:ln>
        </p:spPr>
      </p:sp>
    </p:spTree>
  </p:cSld>
</p:sldLayout>
</file>

<file path=ppt/slideLayouts/slideLayout5.xml><?xml version="1.0" encoding="utf-8"?>
<p:sldLayout xmlns:p="http://schemas.openxmlformats.org/presentationml/2006/main" type="blank" preserve="1">
  <p:cSld name="Mint｜章节页">
    <p:bg>
      <p:bgPr>
        <a:solidFill xmlns:a="http://schemas.openxmlformats.org/drawingml/2006/main">
          <a:srgbClr val="1235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9" name="图片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d64a533a18045c4"/>
          <a:stretch xmlns:a="http://schemas.openxmlformats.org/drawingml/2006/main"/>
        </p:blipFill>
        <p:spPr>
          <a:xfrm xmlns:a="http://schemas.openxmlformats.org/drawingml/2006/main">
            <a:off x="598375" y="6397560"/>
            <a:ext cx="475809" cy="15336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pic>
    </p:spTree>
  </p:cSld>
</p:sldLayout>
</file>

<file path=ppt/slideLayouts/slideLayout6.xml><?xml version="1.0" encoding="utf-8"?>
<p:sldLayout xmlns:p="http://schemas.openxmlformats.org/presentationml/2006/main" type="blank" preserve="1">
  <p:cSld name="Mint｜全幅图片"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7.xml><?xml version="1.0" encoding="utf-8"?>
<p:sldLayout xmlns:p="http://schemas.openxmlformats.org/presentationml/2006/main" type="blank" preserve="1">
  <p:cSld name="Mint｜空白页"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4e8461e9bb6432c" /><Relationship Type="http://schemas.openxmlformats.org/officeDocument/2006/relationships/slideLayout" Target="/ppt/slideLayouts/slideLayout1.xml" Id="R5a09ab4d43c34922" /><Relationship Type="http://schemas.openxmlformats.org/officeDocument/2006/relationships/slideLayout" Target="/ppt/slideLayouts/slideLayout2.xml" Id="R5b9b8200c8594485" /><Relationship Type="http://schemas.openxmlformats.org/officeDocument/2006/relationships/slideLayout" Target="/ppt/slideLayouts/slideLayout3.xml" Id="Rfd77ee780b4c4d84" /><Relationship Type="http://schemas.openxmlformats.org/officeDocument/2006/relationships/slideLayout" Target="/ppt/slideLayouts/slideLayout4.xml" Id="Raf35d2e0ba76478f" /><Relationship Type="http://schemas.openxmlformats.org/officeDocument/2006/relationships/slideLayout" Target="/ppt/slideLayouts/slideLayout5.xml" Id="R902e69c147764e12" /><Relationship Type="http://schemas.openxmlformats.org/officeDocument/2006/relationships/slideLayout" Target="/ppt/slideLayouts/slideLayout6.xml" Id="Rd1a8d32f69214d6c" /><Relationship Type="http://schemas.openxmlformats.org/officeDocument/2006/relationships/slideLayout" Target="/ppt/slideLayouts/slideLayout7.xml" Id="Rcac254636d0b4eb3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a09ab4d43c34922"/>
    <p:sldLayoutId xmlns:r="http://schemas.openxmlformats.org/officeDocument/2006/relationships" id="2147483650" r:id="R5b9b8200c8594485"/>
    <p:sldLayoutId xmlns:r="http://schemas.openxmlformats.org/officeDocument/2006/relationships" id="2147483651" r:id="Rfd77ee780b4c4d84"/>
    <p:sldLayoutId xmlns:r="http://schemas.openxmlformats.org/officeDocument/2006/relationships" id="2147483652" r:id="Raf35d2e0ba76478f"/>
    <p:sldLayoutId xmlns:r="http://schemas.openxmlformats.org/officeDocument/2006/relationships" id="2147483653" r:id="R902e69c147764e12"/>
    <p:sldLayoutId xmlns:r="http://schemas.openxmlformats.org/officeDocument/2006/relationships" id="2147483654" r:id="Rd1a8d32f69214d6c"/>
    <p:sldLayoutId xmlns:r="http://schemas.openxmlformats.org/officeDocument/2006/relationships" id="2147483655" r:id="Rcac254636d0b4eb3"/>
  </p:sldLayoutIdLst>
</p:sldMaster>
</file>

<file path=ppt/slideMasters/theme/theme2.xml><?xml version="1.0" encoding="utf-8"?>
<a:theme xmlns:a="http://schemas.openxmlformats.org/drawingml/2006/main" name="WeBank">
  <a:themeElements>
    <a:clrScheme name="WeBank666">
      <a:dk1>
        <a:srgbClr val="1E53A4"/>
      </a:dk1>
      <a:lt1>
        <a:srgbClr val="FFFFFF"/>
      </a:lt1>
      <a:dk2>
        <a:srgbClr val="000000"/>
      </a:dk2>
      <a:lt2>
        <a:srgbClr val="E7E6E6"/>
      </a:lt2>
      <a:accent1>
        <a:srgbClr val="D80C18"/>
      </a:accent1>
      <a:accent2>
        <a:srgbClr val="FF5582"/>
      </a:accent2>
      <a:accent3>
        <a:srgbClr val="64CDFF"/>
      </a:accent3>
      <a:accent4>
        <a:srgbClr val="002882"/>
      </a:accent4>
      <a:accent5>
        <a:srgbClr val="EAEAEA"/>
      </a:accent5>
      <a:accent6>
        <a:srgbClr val="D5D5D5"/>
      </a:accent6>
      <a:hlink>
        <a:srgbClr val="1E53A3"/>
      </a:hlink>
      <a:folHlink>
        <a:srgbClr val="D80C18"/>
      </a:folHlink>
    </a:clrScheme>
    <a:fontScheme name="Custom 10">
      <a:majorFont>
        <a:latin typeface="思源黑体 CN Regular"/>
        <a:ea typeface="思源黑体 CN Regular"/>
        <a:cs typeface=""/>
      </a:majorFont>
      <a:minorFont>
        <a:latin typeface="思源黑体 CN Regular"/>
        <a:ea typeface="思源黑体 CN Regular"/>
        <a:cs typeface=""/>
      </a:minorFont>
    </a:fontScheme>
    <a:fmtScheme name="WeBank666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</a:schemeClr>
            </a:gs>
            <a:gs pos="50000">
              <a:schemeClr val="phClr">
                <a:tint val="73000"/>
                <a:lumMod val="105000"/>
              </a:schemeClr>
            </a:gs>
            <a:gs pos="100000">
              <a:schemeClr val="phClr">
                <a:tint val="81000"/>
                <a:lumMod val="105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4000"/>
                <a:lumMod val="102000"/>
              </a:schemeClr>
            </a:gs>
            <a:gs pos="50000">
              <a:schemeClr val="phClr">
                <a:shade val="100000"/>
                <a:lumMod val="100000"/>
              </a:schemeClr>
            </a:gs>
            <a:gs pos="100000">
              <a:schemeClr val="phClr">
                <a:shade val="78000"/>
                <a:lumMod val="99000"/>
              </a:schemeClr>
            </a:gs>
          </a:gsLst>
          <a:lin ang="5400000" scaled="0"/>
          <a:tileRect l="0" t="0" r="0" b="0"/>
        </a:gradFill>
      </a:fillStyleLst>
      <a:lnStyleLst>
        <a:ln w="6350">
          <a:prstDash val="solid"/>
        </a:ln>
        <a:ln w="12700">
          <a:prstDash val="solid"/>
        </a:ln>
        <a:ln w="1905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feff6c9bb57456b" /></Relationships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B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2" name="Mint page marker line">
            <a:extLst xmlns:a="http://schemas.openxmlformats.org/drawingml/2006/main">
              <a:ext uri="{FF2B5EF4-FFF2-40B4-BE49-F238E27FC236}">
                <a16:creationId xmlns:a16="http://schemas.microsoft.com/office/drawing/2014/main" id="{AC145AED-EC45-4126-8F2A-50733CF06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496050"/>
            <a:ext cx="3619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72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" name="Mint automatic page number">
            <a:extLst xmlns:a="http://schemas.openxmlformats.org/drawingml/2006/main">
              <a:ext uri="{FF2B5EF4-FFF2-40B4-BE49-F238E27FC236}">
                <a16:creationId xmlns:a16="http://schemas.microsoft.com/office/drawing/2014/main" id="{CD964864-1472-4911-AFBF-85E433410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627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2695D"/>
                </a:solidFill>
              </a:defRPr>
            </a:pPr>
            <a:fld id="{6F312AFB-B202-4ED7-8496-47B56973E7D4}" type="slidenum">
              <a:rPr sz="975" b="1">
                <a:solidFill>
                  <a:srgbClr val="12695D"/>
                </a:solidFill>
              </a:rPr>
              <a:t>1</a:t>
            </a:fld>
          </a:p>
        </p:txBody>
      </p:sp>
    </p:spTree>
    <p:extLst>
      <p:ext uri="{BB962C8B-B14F-4D97-AF65-F5344CB8AC3E}">
        <p14:creationId xmlns:p14="http://schemas.microsoft.com/office/powerpoint/2010/main" val="2058905567"/>
      </p:ext>
    </p:extLst>
  </p:cSld>
</p:sld>
</file>

<file path=ppt/theme/theme1.xml><?xml version="1.0" encoding="utf-8"?>
<a:theme xmlns:a="http://schemas.openxmlformats.org/drawingml/2006/main" name="WeBank">
  <a:themeElements>
    <a:clrScheme name="Mint Financial Platform">
      <a:dk1>
        <a:srgbClr val="17201D"/>
      </a:dk1>
      <a:lt1>
        <a:srgbClr val="FFF8EA"/>
      </a:lt1>
      <a:dk2>
        <a:srgbClr val="52615B"/>
      </a:dk2>
      <a:lt2>
        <a:srgbClr val="EDF2EF"/>
      </a:lt2>
      <a:accent1>
        <a:srgbClr val="12695D"/>
      </a:accent1>
      <a:accent2>
        <a:srgbClr val="BD7227"/>
      </a:accent2>
      <a:accent3>
        <a:srgbClr val="2B6288"/>
      </a:accent3>
      <a:accent4>
        <a:srgbClr val="43B36D"/>
      </a:accent4>
      <a:accent5>
        <a:srgbClr val="12352E"/>
      </a:accent5>
      <a:accent6>
        <a:srgbClr val="9B2121"/>
      </a:accent6>
      <a:hlink>
        <a:srgbClr val="2B6288"/>
      </a:hlink>
      <a:folHlink>
        <a:srgbClr val="BD7227"/>
      </a:folHlink>
    </a:clrScheme>
    <a:fontScheme name="Custom 10">
      <a:majorFont>
        <a:latin typeface="思源黑体 CN Regular"/>
        <a:ea typeface="思源黑体 CN Regular"/>
        <a:cs typeface=""/>
      </a:majorFont>
      <a:minorFont>
        <a:latin typeface="思源黑体 CN Regular"/>
        <a:ea typeface="思源黑体 CN Regular"/>
        <a:cs typeface=""/>
      </a:minorFont>
    </a:fontScheme>
    <a:fmtScheme name="Mint Financial Platform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</a:schemeClr>
            </a:gs>
            <a:gs pos="50000">
              <a:schemeClr val="phClr">
                <a:tint val="73000"/>
                <a:lumMod val="105000"/>
              </a:schemeClr>
            </a:gs>
            <a:gs pos="100000">
              <a:schemeClr val="phClr">
                <a:tint val="81000"/>
                <a:lumMod val="105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4000"/>
                <a:lumMod val="102000"/>
              </a:schemeClr>
            </a:gs>
            <a:gs pos="50000">
              <a:schemeClr val="phClr">
                <a:shade val="100000"/>
                <a:lumMod val="100000"/>
              </a:schemeClr>
            </a:gs>
            <a:gs pos="100000">
              <a:schemeClr val="phClr">
                <a:shade val="78000"/>
                <a:lumMod val="99000"/>
              </a:schemeClr>
            </a:gs>
          </a:gsLst>
          <a:lin ang="5400000" scaled="0"/>
          <a:tileRect l="0" t="0" r="0" b="0"/>
        </a:gradFill>
      </a:fillStyleLst>
      <a:lnStyleLst>
        <a:ln w="6350">
          <a:prstDash val="solid"/>
        </a:ln>
        <a:ln w="12700">
          <a:prstDash val="solid"/>
        </a:ln>
        <a:ln w="1905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2026-08-04T09:28:47.9700000Z</dcterms:created>
  <dcterms:modified xsi:type="dcterms:W3CDTF">2026-08-04T09:28:47.9700000Z</dcterms:modified>
</coreProperties>
</file>